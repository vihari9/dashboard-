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presentationml.viewProps+xml" PartName="/ppt/viewProps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</p:sldIdLst>
  <p:sldSz cy="9144000" cx="16256000"/>
  <p:notesSz cx="6858000" cy="9144000"/>
  <p:defaultTextStyle>
    <a:defPPr lvl="0">
      <a:defRPr lang="en-US"/>
    </a:defPPr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1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1.xml"/><Relationship Id="rId3" Type="http://schemas.openxmlformats.org/officeDocument/2006/relationships/presProps" Target="presProps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